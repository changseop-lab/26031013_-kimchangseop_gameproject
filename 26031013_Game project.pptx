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14895-D49C-4415-900F-FE0448D2B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443A83-3328-4EC4-B8DF-162E056E1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BE54E5-5B90-4C17-B4D7-86A72BC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932BA4-3E5D-4C0F-BE8B-B80CC041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D797D-0248-4962-B3CF-F5EF37D9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66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E4844-1F1C-461D-8F42-35369292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8FFD6-6BC6-43F4-A6E1-CDD640AC9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074555-B56F-4003-B230-07EA42ED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BDD3F2-1562-41B4-A254-15458D19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3A6F1A-D9C1-48A2-B748-E5ECA100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09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D200A-6CA2-45E9-A9D5-765F9E1D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86DBE-48A3-4A05-98C0-0B7CB8AE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CCF42-B461-44B8-97ED-85FCA826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69646-3115-4009-A998-C98ED747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C08F6-3540-427E-AF4C-E5F385DD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55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4BCBC-2249-4684-A8EC-0FC642C3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D82204-15B9-4916-A45F-17851DFB7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0478FD-A14B-4301-A32F-E8E5EDAD4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748DDA-B283-4D79-9123-4545924F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AAB753-88AF-4BD8-AEE7-8682B937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3940D3-1615-46D9-8D8E-A5A67624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55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14B6D-15C0-4832-B7DC-3BBD74FE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96C1E2-2885-4975-9226-D6C219A21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134149-8A6D-4F95-989E-AE30D19BA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74807A-874A-4702-A039-93670C97C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9AD7D5-896A-44D8-8D35-AB7A1D62A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B25A1D-1735-47D8-A457-86221DF2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29578B-67BC-44EF-AE77-A5A63976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9B75FA-B9F6-4668-9A85-0894A305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F0B07-35AC-4E06-9ADF-5633E263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9EB8DC-98C4-4D3F-AD96-FEF12D47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547BA5-35CB-47DE-B7F1-53F54CC7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E4B94-EDE4-43A6-B9A6-C5C515D8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84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0374D5-EC2F-45E5-BBA7-A3142207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8B483C-6241-48AA-AA0A-74BA4299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2A5F6-FA54-4B49-B48A-E0B0B645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1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46DD3-8C13-42B5-8776-9AA6457F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4F5C0-512F-422B-A91E-8D1C89A8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474BDF-F298-4156-B706-CD3D40C24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6F854C-9978-4541-8442-70B9680D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D6EFA5-E7E9-4A45-A562-59864C9D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6A4EBA-FE6C-4679-8645-D181254F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2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8AEA3-6C2C-4B66-B887-354AE53B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508D19-BFD6-4A87-B710-61BD634B8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2E7A3-DA0C-4B5E-8041-16B36D13E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9BF92C-233B-4E82-A223-D20DE516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2A4475-96B5-4DBE-82A8-4C986FDB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78C6D-869B-4D34-A9AD-59AEE178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30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2AC28-9361-4868-A167-02913578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301B3A-8FF7-4FE9-9E7D-CA2E6D182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A4CA3-DFA4-40A0-BCBE-5608BAB8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03460D-1032-4A41-80EF-009831B0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6189C-C866-4F56-80F6-E4B88655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20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879505-054D-4727-B6FE-E5DA7956F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5C6160-105A-4BB1-B830-BBEF8BF02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64A5E-85B3-4D50-AA63-D2EC214F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6D2AE0-EDAB-4781-8A1F-58444530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5C62F-6F28-4F76-AC8E-0EB94F50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37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3AF946-C3CC-4A04-B302-D85DE9AA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BCBA91-6359-46A0-B27A-3CE2FE405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F0B5C2-CF5C-42A8-AB4E-ABB4B79D4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5485F-F7B7-4205-8A26-71A470DD7176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C72E8-22AF-4236-B9F3-E492E763D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12794-53D3-44CE-8C18-EF7628333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51276-DBDB-453A-866C-DD80C70D0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27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B2E90-7986-47D8-995E-1BEA3AA53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Game</a:t>
            </a:r>
            <a:r>
              <a:rPr lang="ko-KR" altLang="en-US" dirty="0"/>
              <a:t> </a:t>
            </a:r>
            <a:r>
              <a:rPr lang="en-US" altLang="ko-KR"/>
              <a:t>project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551400-2435-4679-BF22-F1765B176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60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project</dc:title>
  <dc:creator>KOREAIT</dc:creator>
  <cp:lastModifiedBy>KOREAIT</cp:lastModifiedBy>
  <cp:revision>1</cp:revision>
  <dcterms:created xsi:type="dcterms:W3CDTF">2026-08-26T03:28:13Z</dcterms:created>
  <dcterms:modified xsi:type="dcterms:W3CDTF">2026-08-26T03:28:32Z</dcterms:modified>
</cp:coreProperties>
</file>